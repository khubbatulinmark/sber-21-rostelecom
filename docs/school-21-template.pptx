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  <p:sldMasterId id="2147483674" r:id="rId2"/>
  </p:sldMasterIdLst>
  <p:notesMasterIdLst>
    <p:notesMasterId r:id="rId16"/>
  </p:notesMasterIdLst>
  <p:sldIdLst>
    <p:sldId id="283" r:id="rId3"/>
    <p:sldId id="256" r:id="rId4"/>
    <p:sldId id="257" r:id="rId5"/>
    <p:sldId id="259" r:id="rId6"/>
    <p:sldId id="261" r:id="rId7"/>
    <p:sldId id="265" r:id="rId8"/>
    <p:sldId id="266" r:id="rId9"/>
    <p:sldId id="267" r:id="rId10"/>
    <p:sldId id="271" r:id="rId11"/>
    <p:sldId id="272" r:id="rId12"/>
    <p:sldId id="278" r:id="rId13"/>
    <p:sldId id="281" r:id="rId14"/>
    <p:sldId id="282" r:id="rId1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D9FDA72-459F-41ED-99EC-46FAA04052B3}">
  <a:tblStyle styleId="{AD9FDA72-459F-41ED-99EC-46FAA04052B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7"/>
    <p:restoredTop sz="94626"/>
  </p:normalViewPr>
  <p:slideViewPr>
    <p:cSldViewPr snapToGrid="0">
      <p:cViewPr varScale="1">
        <p:scale>
          <a:sx n="96" d="100"/>
          <a:sy n="96" d="100"/>
        </p:scale>
        <p:origin x="200" y="7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Общие рекомендации по презентации</a:t>
            </a:r>
            <a:r>
              <a:rPr lang="en-US" dirty="0"/>
              <a:t>.</a:t>
            </a:r>
          </a:p>
          <a:p>
            <a:r>
              <a:rPr lang="ru-RU" dirty="0"/>
              <a:t>1 картина лучше 1000 слов</a:t>
            </a:r>
            <a:r>
              <a:rPr lang="en-US" dirty="0"/>
              <a:t>.</a:t>
            </a:r>
            <a:endParaRPr lang="ru-RU" dirty="0"/>
          </a:p>
          <a:p>
            <a:r>
              <a:rPr lang="ru-RU" dirty="0"/>
              <a:t>1 график лучше 1000 картинок</a:t>
            </a:r>
            <a:r>
              <a:rPr lang="en-US" dirty="0"/>
              <a:t>.</a:t>
            </a:r>
          </a:p>
          <a:p>
            <a:r>
              <a:rPr lang="ru-RU" dirty="0"/>
              <a:t>За мемы в презентации отдельный лайк</a:t>
            </a:r>
            <a:r>
              <a:rPr lang="en-US" dirty="0"/>
              <a:t>.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1665A69-3E5C-A744-A0FD-16D4861B47F0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8778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0" name="Google Shape;10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4" name="Google Shape;134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35" name="Google Shape;235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98" name="Google Shape;29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9" name="Google Shape;309;p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10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73" name="Google Shape;373;p2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11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12" name="Google Shape;412;p2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2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12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5" name="Google Shape;425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13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50831-2D06-8047-B831-E3B505A22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42C204-ED91-344A-A1CC-FCAC47BEA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0EAB84-6984-C548-9EBF-9C5639CD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52C01A-CA11-6C42-9170-F4BD09D6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60CE0D-3003-2348-A3EE-BC8A9691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7063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46C2E-EABE-754F-A798-1A36F3C5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6D92B4-89C6-0343-A317-72B18BF16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F72A51-5FC8-AA44-99A9-E4BFFBE3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A225FF-8654-5649-B744-72D6CF8F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22DB57-348E-E045-90F4-D4F0A5AC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1477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1C85A-2483-4B46-B92B-C499DB71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62FC95-E779-CA41-ACA8-BE661E09B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9D6A0A-7F72-0B47-80B3-C66B5971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316D97-607A-3247-8C62-F9833354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8108C1-6DB9-FE4F-B023-CBB822C9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3745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EB992-5CCE-9E4F-8097-09C3492A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239C5-CCDA-744D-8F40-3CF120A42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F18772-C06C-9B48-8E0A-DE05D5068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C974F1-2677-D34E-8CAA-C37146250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B29174-2B3B-7440-95F9-4CAB84F0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769136-8EEF-8D42-B718-F8651CCF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9033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E61F9-1DB2-B04E-80EA-5C0E347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2EF5A7-6CBD-374B-8D1D-98E2716D5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D12BA6-4585-7D47-8AA8-418FA9308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2B8636-4E6B-A54D-989E-6760AE42A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2FE0F9-CBD0-DF46-8D67-320BF8B5B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F66C315-75DC-3F46-AC4F-B3E8B6EF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D02A53-FFDE-8040-8CCF-FB7E7016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D89BB8-75B1-0945-8442-B893969D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17801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25BFC-8E6A-774B-B404-0B49CEAE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6571A1-6685-2445-91F1-ACBD700F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4BE843-C68D-4541-BEF1-464640DF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EAD428-C40E-2646-997B-7EF5D480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3000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C50CEB-140B-F547-98C2-C98EC78C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1B3925-F023-CA49-8BEE-34C69FB3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1FACAA-A6BD-FF48-8961-71A1F683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17233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FB776-F347-7D4B-9EAC-26CDA72BC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113B02-06EA-6349-B17F-32CB3E178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EC84AA-27F9-3E4E-9332-BEF1CEDC1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4F5E44-C0CB-5845-90A7-DEE6AC4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4B51A8-9D3C-2844-BEF6-49A6FFA7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93DDBF-8453-E74D-80C0-FF33960A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2594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22DA4-5E45-254B-87FE-DBEA9A50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703305-DE3D-914F-ACC9-40A01E619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FD69AC-AC66-0E40-8C6F-8307C11F6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7681E3-DA31-EC4C-8259-578A04DB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D828DE-7FFB-EA44-93D2-95E5117E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9132C8-0C45-C54A-8E99-BA5C65A5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5328817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4944B-30A5-6844-A389-1C6B1DEF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75D465-F6C6-2E4D-AB9C-BEBEC9E05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C44BF6-34BC-354F-AF45-83DB50E1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B7398-5A0D-2D48-A4CE-93704C169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D6D9A1-B99B-764A-A726-9B7F17F3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19171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E0008A-73D1-B940-9131-5A51A8C34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298090-5612-E54E-A242-0479078E4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30B5C2-AD9A-EE4E-9B1B-28CCA5EB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6C0AD2-CB3F-4546-AB85-DD196F3F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AE3121-3625-504B-888B-A51B3367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951727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33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44849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750831-2D06-8047-B831-E3B505A224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742C204-ED91-344A-A1CC-FCAC47BEA3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40EAB84-6984-C548-9EBF-9C5639CDD6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852C01A-CA11-6C42-9170-F4BD09D6E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60CE0D-3003-2348-A3EE-BC8A969144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7255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6746C2E-EABE-754F-A798-1A36F3C56D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46D92B4-89C6-0343-A317-72B18BF16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F72A51-5FC8-AA44-99A9-E4BFFBE3C8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A225FF-8654-5649-B744-72D6CF8F2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122DB57-348E-E045-90F4-D4F0A5ACA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7088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941C85A-2483-4B46-B92B-C499DB718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362FC95-E779-CA41-ACA8-BE661E09B8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F9D6A0A-7F72-0B47-80B3-C66B597140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B316D97-607A-3247-8C62-F9833354D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E8108C1-6DB9-FE4F-B023-CBB822C93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91162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CEB992-5CCE-9E4F-8097-09C3492AE9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1239C5-CCDA-744D-8F40-3CF120A4253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9F18772-C06C-9B48-8E0A-DE05D5068E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AC974F1-2677-D34E-8CAA-C37146250E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1B29174-2B3B-7440-95F9-4CAB84F06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7769136-8EEF-8D42-B718-F8651CCF3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202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4E61F9-1DB2-B04E-80EA-5C0E347DD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D2EF5A7-6CBD-374B-8D1D-98E2716D5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CD12BA6-4585-7D47-8AA8-418FA93080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F2B8636-4E6B-A54D-989E-6760AE42A88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12FE0F9-CBD0-DF46-8D67-320BF8B5B8E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8F66C315-75DC-3F46-AC4F-B3E8B6EF04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92D02A53-FFDE-8040-8CCF-FB7E70168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1D89BB8-75B1-0945-8442-B893969D59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96903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AE25BFC-8E6A-774B-B404-0B49CEAED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E26571A1-6685-2445-91F1-ACBD700FF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2D4BE843-C68D-4541-BEF1-464640DF2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3EAD428-C40E-2646-997B-7EF5D4809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5189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5C50CEB-140B-F547-98C2-C98EC78CE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B1B3925-F023-CA49-8BEE-34C69FB3C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31FACAA-A6BD-FF48-8961-71A1F683C7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0322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5FB776-F347-7D4B-9EAC-26CDA72BCD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0113B02-06EA-6349-B17F-32CB3E178A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0EC84AA-27F9-3E4E-9332-BEF1CEDC1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34F5E44-C0CB-5845-90A7-DEE6AC431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84B51A8-9D3C-2844-BEF6-49A6FFA77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F93DDBF-8453-E74D-80C0-FF33960A0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52683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122DA4-5E45-254B-87FE-DBEA9A502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5703305-DE3D-914F-ACC9-40A01E619F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0FD69AC-AC66-0E40-8C6F-8307C11F68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7681E3-DA31-EC4C-8259-578A04DBE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9CD828DE-7FFB-EA44-93D2-95E5117E2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39132C8-0C45-C54A-8E99-BA5C65A5A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068341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24944B-30A5-6844-A389-1C6B1DEFE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175D465-F6C6-2E4D-AB9C-BEBEC9E05E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3CC44BF6-34BC-354F-AF45-83DB50E18C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1BB7398-5A0D-2D48-A4CE-93704C169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7D6D9A1-B99B-764A-A726-9B7F17F3F2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608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FE0008A-73D1-B940-9131-5A51A8C340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46298090-5612-E54E-A242-0479078E473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330B5C2-AD9A-EE4E-9B1B-28CCA5EB2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E6C0AD2-CB3F-4546-AB85-DD196F3F0F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7AE3121-3625-504B-888B-A51B3367D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6167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E5536-E3FD-1845-B915-9B49FBAD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5E9018-3238-1D45-9963-73B41D60F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B75961-8B12-8A4B-A665-480D33B02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D7A9B3-1E1E-4A40-87F3-2117408AE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0C508A-AEA0-0943-A75F-2D9256326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440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8E5536-E3FD-1845-B915-9B49FBAD2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45E9018-3238-1D45-9963-73B41D60F3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EB75961-8B12-8A4B-A665-480D33B02C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4B53A7-3209-46A6-9454-F38EAC8F11E7}" type="datetimeFigureOut">
              <a:rPr lang="en-US" smtClean="0"/>
              <a:pPr/>
              <a:t>2/1/24</a:t>
            </a:fld>
            <a:endParaRPr lang="en-US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D7A9B3-1E1E-4A40-87F3-2117408AE4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F0C508A-AEA0-0943-A75F-2D92563261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CE633F-9882-4A5C-83A2-1109D0C7326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1479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E2348-D171-D24E-9C05-0C0727BD9CC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3158" y="951468"/>
            <a:ext cx="6843317" cy="771681"/>
          </a:xfrm>
        </p:spPr>
        <p:txBody>
          <a:bodyPr anchor="b">
            <a:normAutofit/>
          </a:bodyPr>
          <a:lstStyle/>
          <a:p>
            <a:pPr algn="l" fontAlgn="ctr"/>
            <a:r>
              <a:rPr lang="ru-RU" sz="3600" b="1" dirty="0">
                <a:solidFill>
                  <a:schemeClr val="bg1"/>
                </a:solidFill>
                <a:cs typeface="SB Sans Display" panose="020B0503040504020204" pitchFamily="34" charset="0"/>
              </a:rPr>
              <a:t>Название проекта</a:t>
            </a:r>
            <a:endParaRPr lang="en-RU" sz="3600" b="1" dirty="0">
              <a:solidFill>
                <a:schemeClr val="bg1"/>
              </a:solidFill>
              <a:cs typeface="SB Sans Display" panose="020B050304050402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F617CC-5BC9-3D4B-8830-A1B00CE692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97363" y="4775037"/>
            <a:ext cx="4076458" cy="1451303"/>
          </a:xfrm>
        </p:spPr>
        <p:txBody>
          <a:bodyPr>
            <a:noAutofit/>
          </a:bodyPr>
          <a:lstStyle/>
          <a:p>
            <a:pPr algn="r"/>
            <a:r>
              <a:rPr lang="ru-RU" sz="1800" dirty="0">
                <a:solidFill>
                  <a:schemeClr val="bg1"/>
                </a:solidFill>
                <a:latin typeface="+mj-lt"/>
                <a:cs typeface="SB Sans Display" panose="020B0503040504020204" pitchFamily="34" charset="0"/>
              </a:rPr>
              <a:t>Группа:</a:t>
            </a:r>
          </a:p>
          <a:p>
            <a:pPr algn="r"/>
            <a:r>
              <a:rPr lang="ru-RU" sz="1800" dirty="0">
                <a:solidFill>
                  <a:schemeClr val="bg1"/>
                </a:solidFill>
                <a:latin typeface="+mj-lt"/>
                <a:cs typeface="SB Sans Display" panose="020B0503040504020204" pitchFamily="34" charset="0"/>
              </a:rPr>
              <a:t>Имя, фамилия 1</a:t>
            </a:r>
          </a:p>
          <a:p>
            <a:pPr algn="r"/>
            <a:r>
              <a:rPr lang="ru-RU" sz="1800" dirty="0">
                <a:solidFill>
                  <a:schemeClr val="bg1"/>
                </a:solidFill>
                <a:latin typeface="+mj-lt"/>
                <a:cs typeface="SB Sans Display" panose="020B0503040504020204" pitchFamily="34" charset="0"/>
              </a:rPr>
              <a:t>Имя, фамилия 2</a:t>
            </a:r>
          </a:p>
          <a:p>
            <a:pPr algn="r"/>
            <a:r>
              <a:rPr lang="ru-RU" sz="1800" dirty="0">
                <a:solidFill>
                  <a:schemeClr val="bg1"/>
                </a:solidFill>
                <a:latin typeface="+mj-lt"/>
                <a:cs typeface="SB Sans Display" panose="020B0503040504020204" pitchFamily="34" charset="0"/>
              </a:rPr>
              <a:t>Имя, фамилия 3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1119E698-A62F-6C47-B2D2-471D2AF63E7D}"/>
              </a:ext>
            </a:extLst>
          </p:cNvPr>
          <p:cNvSpPr txBox="1">
            <a:spLocks/>
          </p:cNvSpPr>
          <p:nvPr/>
        </p:nvSpPr>
        <p:spPr>
          <a:xfrm>
            <a:off x="793159" y="1532237"/>
            <a:ext cx="5731210" cy="77168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ctr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j-ea"/>
                <a:cs typeface="SB Sans Display" panose="020B0503040504020204" pitchFamily="34" charset="0"/>
              </a:rPr>
              <a:t>Групповой проект интенсива </a:t>
            </a:r>
          </a:p>
          <a:p>
            <a:pPr marL="0" marR="0" lvl="0" indent="0" algn="l" defTabSz="914400" rtl="0" eaLnBrk="1" fontAlgn="ctr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ea typeface="+mj-ea"/>
                <a:cs typeface="SB Sans Display" panose="020B0503040504020204" pitchFamily="34" charset="0"/>
              </a:rPr>
              <a:t>«Введение в анализ данных и управление ими»</a:t>
            </a:r>
            <a:endParaRPr kumimoji="0" lang="en-RU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ea typeface="+mj-ea"/>
              <a:cs typeface="SB Sans Display" panose="020B0503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05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 rotWithShape="1">
          <a:blip r:embed="rId3">
            <a:alphaModFix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02492" y="523429"/>
            <a:ext cx="2905571" cy="29055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" name="Google Shape;103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83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6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83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7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6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1" name="Google Shape;141;p17"/>
          <p:cNvGrpSpPr/>
          <p:nvPr/>
        </p:nvGrpSpPr>
        <p:grpSpPr>
          <a:xfrm>
            <a:off x="6059683" y="1578670"/>
            <a:ext cx="5385643" cy="3700661"/>
            <a:chOff x="2766069" y="1581654"/>
            <a:chExt cx="6659863" cy="4576222"/>
          </a:xfrm>
        </p:grpSpPr>
        <p:pic>
          <p:nvPicPr>
            <p:cNvPr id="142" name="Google Shape;142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66069" y="1581654"/>
              <a:ext cx="6659863" cy="45762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7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2766069" y="1581654"/>
              <a:ext cx="6659863" cy="457622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1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83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31665" y="142112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 rot="10800000">
            <a:off x="1" y="0"/>
            <a:ext cx="121983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9" name="Google Shape;229;p2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90420" y="849201"/>
            <a:ext cx="4133822" cy="4133823"/>
          </a:xfrm>
          <a:prstGeom prst="rect">
            <a:avLst/>
          </a:prstGeom>
          <a:noFill/>
          <a:ln>
            <a:noFill/>
          </a:ln>
        </p:spPr>
      </p:pic>
      <p:pic>
        <p:nvPicPr>
          <p:cNvPr id="230" name="Google Shape;230;p23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83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2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5" name="Google Shape;255;p2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1" y="0"/>
            <a:ext cx="121983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6" name="Google Shape;256;p2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p2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oogle Shape;301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" name="Google Shape;312;p3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3" name="Google Shape;313;p3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6" name="Google Shape;376;p3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3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889248" y="1317988"/>
            <a:ext cx="4363277" cy="4363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5" name="Google Shape;415;p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3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1" y="0"/>
            <a:ext cx="12198351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39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8" name="Google Shape;428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p40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931667" y="135185"/>
            <a:ext cx="1053560" cy="10535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template</Template>
  <TotalTime>1422</TotalTime>
  <Words>61</Words>
  <Application>Microsoft Macintosh PowerPoint</Application>
  <PresentationFormat>Широкоэкранный</PresentationFormat>
  <Paragraphs>20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13</vt:i4>
      </vt:variant>
    </vt:vector>
  </HeadingPairs>
  <TitlesOfParts>
    <vt:vector size="19" baseType="lpstr">
      <vt:lpstr>Calibri Light</vt:lpstr>
      <vt:lpstr>Arial</vt:lpstr>
      <vt:lpstr>Calibri</vt:lpstr>
      <vt:lpstr>SB Sans Display</vt:lpstr>
      <vt:lpstr>Тема Office</vt:lpstr>
      <vt:lpstr>1_Тема Office</vt:lpstr>
      <vt:lpstr>Название проекта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cp:lastModifiedBy>Марк Хуббатулин</cp:lastModifiedBy>
  <cp:revision>2</cp:revision>
  <dcterms:modified xsi:type="dcterms:W3CDTF">2024-01-31T21:10:17Z</dcterms:modified>
</cp:coreProperties>
</file>